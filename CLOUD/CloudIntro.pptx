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0" r:id="rId3"/>
    <p:sldId id="269" r:id="rId4"/>
    <p:sldId id="257" r:id="rId5"/>
    <p:sldId id="271" r:id="rId6"/>
    <p:sldId id="272" r:id="rId7"/>
    <p:sldId id="273" r:id="rId8"/>
    <p:sldId id="274" r:id="rId9"/>
    <p:sldId id="275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7" r:id="rId18"/>
    <p:sldId id="266" r:id="rId19"/>
    <p:sldId id="265" r:id="rId20"/>
    <p:sldId id="268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72" d="100"/>
          <a:sy n="72" d="100"/>
        </p:scale>
        <p:origin x="-1104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1943F-5E35-4FC6-892C-BA46E2D85CB6}" type="datetimeFigureOut">
              <a:rPr lang="en-US" smtClean="0"/>
              <a:t>07/09/2014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8203D-0F37-4CB3-9DAE-683D50E11D7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1943F-5E35-4FC6-892C-BA46E2D85CB6}" type="datetimeFigureOut">
              <a:rPr lang="en-US" smtClean="0"/>
              <a:t>07/09/2014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8203D-0F37-4CB3-9DAE-683D50E11D7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1943F-5E35-4FC6-892C-BA46E2D85CB6}" type="datetimeFigureOut">
              <a:rPr lang="en-US" smtClean="0"/>
              <a:t>07/09/2014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8203D-0F37-4CB3-9DAE-683D50E11D7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1943F-5E35-4FC6-892C-BA46E2D85CB6}" type="datetimeFigureOut">
              <a:rPr lang="en-US" smtClean="0"/>
              <a:t>07/09/2014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8203D-0F37-4CB3-9DAE-683D50E11D7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1943F-5E35-4FC6-892C-BA46E2D85CB6}" type="datetimeFigureOut">
              <a:rPr lang="en-US" smtClean="0"/>
              <a:t>07/09/2014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8203D-0F37-4CB3-9DAE-683D50E11D7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1943F-5E35-4FC6-892C-BA46E2D85CB6}" type="datetimeFigureOut">
              <a:rPr lang="en-US" smtClean="0"/>
              <a:t>07/09/2014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8203D-0F37-4CB3-9DAE-683D50E11D7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1943F-5E35-4FC6-892C-BA46E2D85CB6}" type="datetimeFigureOut">
              <a:rPr lang="en-US" smtClean="0"/>
              <a:t>07/09/2014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8203D-0F37-4CB3-9DAE-683D50E11D7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1943F-5E35-4FC6-892C-BA46E2D85CB6}" type="datetimeFigureOut">
              <a:rPr lang="en-US" smtClean="0"/>
              <a:t>07/09/2014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8203D-0F37-4CB3-9DAE-683D50E11D7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1943F-5E35-4FC6-892C-BA46E2D85CB6}" type="datetimeFigureOut">
              <a:rPr lang="en-US" smtClean="0"/>
              <a:t>07/09/2014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8203D-0F37-4CB3-9DAE-683D50E11D7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1943F-5E35-4FC6-892C-BA46E2D85CB6}" type="datetimeFigureOut">
              <a:rPr lang="en-US" smtClean="0"/>
              <a:t>07/09/2014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8203D-0F37-4CB3-9DAE-683D50E11D7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1943F-5E35-4FC6-892C-BA46E2D85CB6}" type="datetimeFigureOut">
              <a:rPr lang="en-US" smtClean="0"/>
              <a:t>07/09/2014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8203D-0F37-4CB3-9DAE-683D50E11D7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31943F-5E35-4FC6-892C-BA46E2D85CB6}" type="datetimeFigureOut">
              <a:rPr lang="en-US" smtClean="0"/>
              <a:t>07/09/2014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78203D-0F37-4CB3-9DAE-683D50E11D7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http://image.slidesharecdn.com/cloudcomputing-140307074839-phpapp02/95/cloud-computing-introduction-ppt-2-638.jpg?cb=139420030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0" y="1447800"/>
            <a:ext cx="6076950" cy="34194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http://image.slidesharecdn.com/cloudcomputing-140307074839-phpapp02/95/cloud-computing-introduction-ppt-3-638.jpg?cb=139420030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0" y="1143000"/>
            <a:ext cx="6076950" cy="34194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image.slidesharecdn.com/himanshupresentation-130129103052-phpapp02/95/cloud-computing-ppt-2-638.jpg?cb=135947751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9200" y="838200"/>
            <a:ext cx="6076950" cy="45624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http://image.slidesharecdn.com/himanshupresentation-130129103052-phpapp02/95/cloud-computing-ppt-3-638.jpg?cb=135947751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0" y="685800"/>
            <a:ext cx="6076950" cy="45624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 descr="http://image.slidesharecdn.com/cloudcomputing-140307074839-phpapp02/95/cloud-computing-introduction-ppt-4-638.jpg?cb=139420030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47800" y="1295400"/>
            <a:ext cx="6076950" cy="34194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 descr="http://image.slidesharecdn.com/cloudcomputing-140307074839-phpapp02/95/cloud-computing-introduction-ppt-5-638.jpg?cb=139420030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0" y="1143000"/>
            <a:ext cx="6076950" cy="34194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 descr="http://image.slidesharecdn.com/cloudcomputing-140307074839-phpapp02/95/cloud-computing-introduction-ppt-6-638.jpg?cb=139420030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9200" y="1066800"/>
            <a:ext cx="6076950" cy="34194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 descr="http://image.slidesharecdn.com/cloudcomputing-140307074839-phpapp02/95/cloud-computing-introduction-ppt-7-638.jpg?cb=139420030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05000" y="1066800"/>
            <a:ext cx="6076950" cy="34194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 descr="http://image.slidesharecdn.com/cloudcomputing-140307074839-phpapp02/95/cloud-computing-introduction-ppt-8-638.jpg?cb=139420030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6800" y="1143000"/>
            <a:ext cx="6076950" cy="34194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http://image.slidesharecdn.com/himanshupresentation-130129103052-phpapp02/95/cloud-computing-ppt-4-638.jpg?cb=135947751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0" y="762000"/>
            <a:ext cx="6076950" cy="45624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http://image.slidesharecdn.com/himanshupresentation-130129103052-phpapp02/95/cloud-computing-ppt-5-638.jpg?cb=135947751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6800" y="685800"/>
            <a:ext cx="6076950" cy="45624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http://image.slidesharecdn.com/himanshupresentation-130129103052-phpapp02/95/cloud-computing-ppt-6-638.jpg?cb=135947751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71600" y="762000"/>
            <a:ext cx="6076950" cy="45624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http://image.slidesharecdn.com/himanshupresentation-130129103052-phpapp02/95/cloud-computing-ppt-7-638.jpg?cb=135947751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6800" y="762000"/>
            <a:ext cx="6076950" cy="45624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http://image.slidesharecdn.com/himanshupresentation-130129103052-phpapp02/95/cloud-computing-ppt-8-638.jpg?cb=135947751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71600" y="1066800"/>
            <a:ext cx="6076950" cy="45624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http://image.slidesharecdn.com/himanshupresentation-130129103052-phpapp02/95/cloud-computing-ppt-9-638.jpg?cb=135947751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0" y="838200"/>
            <a:ext cx="6076950" cy="45624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http://image.slidesharecdn.com/himanshupresentation-130129103052-phpapp02/95/cloud-computing-ppt-10-638.jpg?cb=135947751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0" y="685800"/>
            <a:ext cx="6076950" cy="45624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http://image.slidesharecdn.com/himanshupresentation-130129103052-phpapp02/95/cloud-computing-ppt-11-638.jpg?cb=135947751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0" y="685800"/>
            <a:ext cx="6076950" cy="45624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http://image.slidesharecdn.com/himanshupresentation-130129103052-phpapp02/95/cloud-computing-ppt-12-638.jpg?cb=135947751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400" y="838200"/>
            <a:ext cx="6076950" cy="45624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http://image.slidesharecdn.com/himanshupresentation-130129103052-phpapp02/95/cloud-computing-ppt-13-638.jpg?cb=135947751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0" y="914400"/>
            <a:ext cx="6076950" cy="45624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0</Words>
  <Application>Microsoft Office PowerPoint</Application>
  <PresentationFormat>On-screen Show (4:3)</PresentationFormat>
  <Paragraphs>0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USER</cp:lastModifiedBy>
  <cp:revision>2</cp:revision>
  <dcterms:created xsi:type="dcterms:W3CDTF">2014-09-07T02:46:38Z</dcterms:created>
  <dcterms:modified xsi:type="dcterms:W3CDTF">2014-09-07T02:56:48Z</dcterms:modified>
</cp:coreProperties>
</file>